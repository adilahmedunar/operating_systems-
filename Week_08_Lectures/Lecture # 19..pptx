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5"/>
  </p:notesMasterIdLst>
  <p:sldIdLst>
    <p:sldId id="256" r:id="rId2"/>
    <p:sldId id="261" r:id="rId3"/>
    <p:sldId id="329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19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428244" y="1842165"/>
            <a:ext cx="100263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Problems of Synchronization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Bounded Buffer Problem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Reader and Writer Problem</a:t>
            </a: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612140" y="726996"/>
            <a:ext cx="10967720" cy="1274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PROBLEMS OF SYNCHRONIZATION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4F6741-DD42-063A-103D-BB5148BB0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30" y="2456312"/>
            <a:ext cx="10264140" cy="2002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Bounded-Buffer Problem </a:t>
            </a:r>
          </a:p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Readers and Writers Problem</a:t>
            </a:r>
            <a:endParaRPr lang="en-PK" altLang="en-PK" sz="4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175D-A33C-F186-BA3C-090EC6F8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602D-6975-C7A7-2FA6-C7D191CFEA30}"/>
              </a:ext>
            </a:extLst>
          </p:cNvPr>
          <p:cNvSpPr txBox="1">
            <a:spLocks/>
          </p:cNvSpPr>
          <p:nvPr/>
        </p:nvSpPr>
        <p:spPr>
          <a:xfrm>
            <a:off x="474980" y="43235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Bounded-Buffer Problem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61AE6-E73E-0377-91B2-E39813E001F1}"/>
              </a:ext>
            </a:extLst>
          </p:cNvPr>
          <p:cNvSpPr txBox="1"/>
          <p:nvPr/>
        </p:nvSpPr>
        <p:spPr>
          <a:xfrm>
            <a:off x="924560" y="956161"/>
            <a:ext cx="10068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: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: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buffer to be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buffer to be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full.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4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CDAB-7F26-AF9C-8148-89414F21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3E92-9525-43BD-EBEE-DC8FD2549FC6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Bounded-Buffer Problem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FBFBF-8FFF-E499-056D-6A4ACAB975F3}"/>
              </a:ext>
            </a:extLst>
          </p:cNvPr>
          <p:cNvSpPr txBox="1"/>
          <p:nvPr/>
        </p:nvSpPr>
        <p:spPr>
          <a:xfrm>
            <a:off x="843280" y="1164134"/>
            <a:ext cx="100685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problem ? 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Condition. 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Problem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make use of the Semaphores to solve this problem.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buffers, each can hold one item. ( in our case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initialized to the value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initialized to the value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initialized to the value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local variables of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respectively.</a:t>
            </a:r>
            <a:endParaRPr lang="en-PK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6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1C81-BE4A-256E-C49A-26EF7F10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C34B-B811-E363-8F3F-78564FF333FF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Bounded-Buffer Problem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732E7-E02D-C58C-2CE2-650A644A80A1}"/>
              </a:ext>
            </a:extLst>
          </p:cNvPr>
          <p:cNvSpPr txBox="1"/>
          <p:nvPr/>
        </p:nvSpPr>
        <p:spPr>
          <a:xfrm>
            <a:off x="830580" y="856357"/>
            <a:ext cx="10068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Solution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Producer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waits for the buffer to be empty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wait(empty)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waits for access to buffer (mutual exclusion)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wait(mutex)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writes data into buffer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signals after access to buffer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signal(mutex)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signals that buffer is full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signal(full)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Consumer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waits for the buffer to be full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wait(full)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waits for access to buffer (mutual exclusion)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wait(mutex)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reads data from buffer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signals after access to buffer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signal(mutex)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signals that buffer is empty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signal(empty)</a:t>
            </a:r>
          </a:p>
        </p:txBody>
      </p:sp>
    </p:spTree>
    <p:extLst>
      <p:ext uri="{BB962C8B-B14F-4D97-AF65-F5344CB8AC3E}">
        <p14:creationId xmlns:p14="http://schemas.microsoft.com/office/powerpoint/2010/main" val="41409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C052-9E81-4129-6F1C-074BDC9D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72E2-D601-20EE-2BDF-8FC8CE4D41E9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Bounded-Buffer Problem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EB67F-AA8B-6DAA-8EB7-8F61EF873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146" y="1533524"/>
            <a:ext cx="4408807" cy="514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8B8E1-0837-C5EC-AF37-C5140481A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047" y="1533524"/>
            <a:ext cx="4583113" cy="4997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785A2A-320C-7A44-EDE5-8E48BFE8C0D9}"/>
              </a:ext>
            </a:extLst>
          </p:cNvPr>
          <p:cNvSpPr txBox="1"/>
          <p:nvPr/>
        </p:nvSpPr>
        <p:spPr>
          <a:xfrm>
            <a:off x="1861820" y="983330"/>
            <a:ext cx="949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Producer Process                                 Structure of Consumer Process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834B-2CD6-3F93-526F-B86E7914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2DD0-91A8-D161-59C1-ABFA22B5C796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4842-8C79-0328-6FA8-1B7929518B14}"/>
              </a:ext>
            </a:extLst>
          </p:cNvPr>
          <p:cNvSpPr txBox="1"/>
          <p:nvPr/>
        </p:nvSpPr>
        <p:spPr>
          <a:xfrm>
            <a:off x="942340" y="1161157"/>
            <a:ext cx="10068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object is to be shared among several concurrent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data object we mean a file or a record.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only read the dataset but cannot perform any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perform both read and write.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EAFD7-C95C-8829-8549-3F3B2E0D9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15" y="3275418"/>
            <a:ext cx="9361170" cy="286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3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996D-3824-2976-8935-787F091B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A379-71A5-3423-C0C1-94E37573F839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1C990-87B7-98B6-F420-CB8ADA01AC7B}"/>
              </a:ext>
            </a:extLst>
          </p:cNvPr>
          <p:cNvSpPr txBox="1"/>
          <p:nvPr/>
        </p:nvSpPr>
        <p:spPr>
          <a:xfrm>
            <a:off x="942340" y="1201797"/>
            <a:ext cx="100685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readers are reading data from a file 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writer is writing data to a file 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Readers wait until no writer is accessing the file.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Writer waits for a sole access.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8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93A27-C16E-5013-A5D1-E019782B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3745-F13E-B74F-2397-611EA19F20FB}"/>
              </a:ext>
            </a:extLst>
          </p:cNvPr>
          <p:cNvSpPr txBox="1">
            <a:spLocks/>
          </p:cNvSpPr>
          <p:nvPr/>
        </p:nvSpPr>
        <p:spPr>
          <a:xfrm>
            <a:off x="393700" y="137716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A0753-E7ED-4221-7979-49E9E0B6705E}"/>
              </a:ext>
            </a:extLst>
          </p:cNvPr>
          <p:cNvSpPr txBox="1"/>
          <p:nvPr/>
        </p:nvSpPr>
        <p:spPr>
          <a:xfrm>
            <a:off x="843280" y="979345"/>
            <a:ext cx="100685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problem 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– W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– R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– W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– R Not Problem</a:t>
            </a:r>
          </a:p>
          <a:p>
            <a:pPr marL="514350" indent="-514350">
              <a:buFont typeface="+mj-lt"/>
              <a:buAutoNum type="arabicPeriod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P1 and P2 read data from a file and P3 writes data to the file.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another process can read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another process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not read or write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2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3020-A493-266C-6436-2D5C93E5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AE4BC3-E064-CAE5-AB89-1F329EA11083}"/>
              </a:ext>
            </a:extLst>
          </p:cNvPr>
          <p:cNvSpPr txBox="1"/>
          <p:nvPr/>
        </p:nvSpPr>
        <p:spPr>
          <a:xfrm>
            <a:off x="503872" y="2275184"/>
            <a:ext cx="949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Shared Variable and Semaphore</a:t>
            </a: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A93D7C-EC49-74BD-059F-3DB5D6630FAD}"/>
              </a:ext>
            </a:extLst>
          </p:cNvPr>
          <p:cNvSpPr txBox="1">
            <a:spLocks/>
          </p:cNvSpPr>
          <p:nvPr/>
        </p:nvSpPr>
        <p:spPr>
          <a:xfrm>
            <a:off x="612140" y="426720"/>
            <a:ext cx="10967720" cy="12254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Readers–Writers (Reader-Priority) solution using Binary Semaphores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9A8B7-E9C5-62E8-B642-D642FB576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" y="2758955"/>
            <a:ext cx="11481504" cy="219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3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F6D-2C81-13CC-3065-03268338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ADA7C1-80B3-9E24-9E95-F17CA719B6AD}"/>
              </a:ext>
            </a:extLst>
          </p:cNvPr>
          <p:cNvSpPr txBox="1"/>
          <p:nvPr/>
        </p:nvSpPr>
        <p:spPr>
          <a:xfrm>
            <a:off x="1892300" y="1056312"/>
            <a:ext cx="949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Reader Process                                      Structure of Writer Process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519244-A5E3-BBD3-7E39-847F3CA0E8C3}"/>
              </a:ext>
            </a:extLst>
          </p:cNvPr>
          <p:cNvSpPr txBox="1">
            <a:spLocks/>
          </p:cNvSpPr>
          <p:nvPr/>
        </p:nvSpPr>
        <p:spPr>
          <a:xfrm>
            <a:off x="424180" y="0"/>
            <a:ext cx="10967720" cy="12254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Readers–Writers (Reader-Priority) solution using Binary Semaphores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E56F7-322B-44EC-7656-352BE37AB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4" y="1533524"/>
            <a:ext cx="5637649" cy="4997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62C6D-02DD-368B-D99B-C1115CF07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846" y="2109022"/>
            <a:ext cx="4771054" cy="381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0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“Deadlock stops all progress; starvation delays some, but hope remains.”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2997</TotalTime>
  <Words>513</Words>
  <Application>Microsoft Office PowerPoint</Application>
  <PresentationFormat>Widescreen</PresentationFormat>
  <Paragraphs>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1909</cp:revision>
  <dcterms:created xsi:type="dcterms:W3CDTF">2025-10-15T06:15:30Z</dcterms:created>
  <dcterms:modified xsi:type="dcterms:W3CDTF">2026-01-18T15:45:12Z</dcterms:modified>
</cp:coreProperties>
</file>