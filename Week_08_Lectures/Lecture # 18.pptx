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4"/>
  </p:notesMasterIdLst>
  <p:sldIdLst>
    <p:sldId id="256" r:id="rId2"/>
    <p:sldId id="261" r:id="rId3"/>
    <p:sldId id="393" r:id="rId4"/>
    <p:sldId id="394" r:id="rId5"/>
    <p:sldId id="395" r:id="rId6"/>
    <p:sldId id="396" r:id="rId7"/>
    <p:sldId id="398" r:id="rId8"/>
    <p:sldId id="400" r:id="rId9"/>
    <p:sldId id="401" r:id="rId10"/>
    <p:sldId id="402" r:id="rId11"/>
    <p:sldId id="40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18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481407" y="1843950"/>
            <a:ext cx="100263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Problem</a:t>
            </a:r>
          </a:p>
          <a:p>
            <a:pPr marL="1943100" lvl="3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  <a:p>
            <a:pPr marL="2400300" lvl="4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pPr marL="2400300" lvl="4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semaphore</a:t>
            </a: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500B-A28E-0BF3-51F0-02745EA15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BB16-F17B-1909-EBBA-89B47C914FCB}"/>
              </a:ext>
            </a:extLst>
          </p:cNvPr>
          <p:cNvSpPr txBox="1">
            <a:spLocks/>
          </p:cNvSpPr>
          <p:nvPr/>
        </p:nvSpPr>
        <p:spPr>
          <a:xfrm>
            <a:off x="401320" y="59433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semaphores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7F12E-902A-CDD8-48DA-E04B16C60F8B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D024F7-A8C8-567E-CB9E-72C376AB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720" y="1632150"/>
            <a:ext cx="105460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is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variable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used in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exclusive manner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various concurrent processes in order to achieve synchronization.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synchronization primitive used in operating systems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access to shared resources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concurrent system. It helps prevent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multiple processes or threads execute simultaneously.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Semaphores were introduced by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Edsger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Dijkstra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00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9C961D-F966-23D1-62E0-3B4504A3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33" y="375921"/>
            <a:ext cx="11305987" cy="574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5C4C-D176-67BA-B8B2-E8FF690C4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D67B-E0EC-1588-FE55-8747FF4A51B0}"/>
              </a:ext>
            </a:extLst>
          </p:cNvPr>
          <p:cNvSpPr txBox="1">
            <a:spLocks/>
          </p:cNvSpPr>
          <p:nvPr/>
        </p:nvSpPr>
        <p:spPr>
          <a:xfrm>
            <a:off x="401320" y="40383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in semaphores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5BA32-B3FE-6F35-BC56-22B9045BE06A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88116D8-8C17-D07B-24B2-9CEC3B93C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" y="1245459"/>
            <a:ext cx="1054608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semaphore is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variable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accessed only through two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operations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 P() / Down() / wait():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executed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Section.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the semaphore value.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value becomes negative, the process is blocked until the resource becomes available.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 V() / up() / signal() / post() / release ()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executed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Section.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semaphore value.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waiting processes, one of them gets unblocked.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432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71F1D-BDBD-6357-F31C-DF61F062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2B19-E871-4DE3-8215-E8DB559D41E1}"/>
              </a:ext>
            </a:extLst>
          </p:cNvPr>
          <p:cNvSpPr txBox="1">
            <a:spLocks/>
          </p:cNvSpPr>
          <p:nvPr/>
        </p:nvSpPr>
        <p:spPr>
          <a:xfrm>
            <a:off x="401320" y="40383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E4181-F8AF-923F-8A2E-B0227125B46F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89841-9FF4-7F04-F6D2-F87439FF2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2909"/>
            <a:ext cx="11389360" cy="514750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458D444-D37C-2742-99E3-9F354F7ED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171244"/>
            <a:ext cx="3185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Entry Section Code: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A2E471-5A19-DEBD-7253-2FBFD0A9F912}"/>
              </a:ext>
            </a:extLst>
          </p:cNvPr>
          <p:cNvSpPr txBox="1"/>
          <p:nvPr/>
        </p:nvSpPr>
        <p:spPr>
          <a:xfrm>
            <a:off x="3342640" y="12174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/ Wait Operation (P())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491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C6B5-3DB5-1FB2-206C-19202C70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1E4E-A888-D6B8-2C86-FCD7CF2BBCE9}"/>
              </a:ext>
            </a:extLst>
          </p:cNvPr>
          <p:cNvSpPr txBox="1">
            <a:spLocks/>
          </p:cNvSpPr>
          <p:nvPr/>
        </p:nvSpPr>
        <p:spPr>
          <a:xfrm>
            <a:off x="401320" y="40383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BF29C-04B0-5019-96EF-AAB0E74CB4E9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4DD9340-C4B0-94A7-37CC-714D7C93B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" y="1079616"/>
            <a:ext cx="3185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Section Code: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0791B-5627-A99D-B978-80367AF8C9B8}"/>
              </a:ext>
            </a:extLst>
          </p:cNvPr>
          <p:cNvSpPr txBox="1"/>
          <p:nvPr/>
        </p:nvSpPr>
        <p:spPr>
          <a:xfrm>
            <a:off x="3032760" y="11257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Section Using Semaphore (up() / V())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CFCC3-60D6-B1D5-9862-780A7DCA5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" y="1541281"/>
            <a:ext cx="11623040" cy="524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DAA03-10FF-B975-6BA2-33F29E10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5A75-6468-968D-9972-FE58E1A320E6}"/>
              </a:ext>
            </a:extLst>
          </p:cNvPr>
          <p:cNvSpPr txBox="1">
            <a:spLocks/>
          </p:cNvSpPr>
          <p:nvPr/>
        </p:nvSpPr>
        <p:spPr>
          <a:xfrm>
            <a:off x="401320" y="40383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Semaphore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734D1-3836-1443-3AEE-ACE7D129E61A}"/>
              </a:ext>
            </a:extLst>
          </p:cNvPr>
          <p:cNvSpPr txBox="1"/>
          <p:nvPr/>
        </p:nvSpPr>
        <p:spPr>
          <a:xfrm>
            <a:off x="1082040" y="1125783"/>
            <a:ext cx="10027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Let’s consider two processes P1 and P2 sharing a semaphore S, initialized to 1:Exit Section Using Semaphore (up() / V())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29E6F-F782-3026-0127-059A78157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410" y="1772114"/>
            <a:ext cx="9556102" cy="47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7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A01B-538C-1693-8B57-958F053E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1036-F84F-E0E4-E995-429C1D99CC8C}"/>
              </a:ext>
            </a:extLst>
          </p:cNvPr>
          <p:cNvSpPr txBox="1">
            <a:spLocks/>
          </p:cNvSpPr>
          <p:nvPr/>
        </p:nvSpPr>
        <p:spPr>
          <a:xfrm>
            <a:off x="401320" y="40383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8096E-3458-23FE-99FC-EF65750AA726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18DB55-AAE3-FF0A-3DB1-E3C4E7890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" y="1355909"/>
            <a:ext cx="3185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Section 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79D56-54A0-4B3E-7880-C2B34AEA4C88}"/>
              </a:ext>
            </a:extLst>
          </p:cNvPr>
          <p:cNvSpPr txBox="1"/>
          <p:nvPr/>
        </p:nvSpPr>
        <p:spPr>
          <a:xfrm>
            <a:off x="3342640" y="1402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/ Wait Operation (P())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6DF5E-6840-B98A-DE05-71403D68C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" y="1868487"/>
            <a:ext cx="11892280" cy="482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4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09C7-1272-6798-D4A9-7395DEE0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1797-6C48-FFA7-DF8A-7CD2A4193DD7}"/>
              </a:ext>
            </a:extLst>
          </p:cNvPr>
          <p:cNvSpPr txBox="1">
            <a:spLocks/>
          </p:cNvSpPr>
          <p:nvPr/>
        </p:nvSpPr>
        <p:spPr>
          <a:xfrm>
            <a:off x="401320" y="40383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66ECB7-62D9-032B-A174-5528A0A67651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9B63174-8318-ABB1-582D-FD169D612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" y="1430760"/>
            <a:ext cx="3185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Section Code: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40DD4-0306-5840-1914-61CB9CE98F1C}"/>
              </a:ext>
            </a:extLst>
          </p:cNvPr>
          <p:cNvSpPr txBox="1"/>
          <p:nvPr/>
        </p:nvSpPr>
        <p:spPr>
          <a:xfrm>
            <a:off x="3048000" y="14769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Section Using Semaphore (up() / V())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2C396-58A4-A58F-C1B1-4CE8FE8DA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7" y="1982206"/>
            <a:ext cx="11686723" cy="47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8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AFA3-D272-273E-E91C-80C16774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1D10-769B-0B5E-23C4-99E589E9C062}"/>
              </a:ext>
            </a:extLst>
          </p:cNvPr>
          <p:cNvSpPr txBox="1">
            <a:spLocks/>
          </p:cNvSpPr>
          <p:nvPr/>
        </p:nvSpPr>
        <p:spPr>
          <a:xfrm>
            <a:off x="401320" y="308785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semaphore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56888-AF45-2C93-64A3-E2818D2015F1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5DC47-794E-92BC-05ED-D798D78AD499}"/>
              </a:ext>
            </a:extLst>
          </p:cNvPr>
          <p:cNvSpPr txBox="1"/>
          <p:nvPr/>
        </p:nvSpPr>
        <p:spPr>
          <a:xfrm>
            <a:off x="612140" y="1245459"/>
            <a:ext cx="1054608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Inversion</a:t>
            </a:r>
            <a:endParaRPr lang="en-PK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a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low-priority process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a semaphore required by a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process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high-priority process gets blocked, which can lead to delays in critical tasks.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  <a:endParaRPr lang="en-PK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Happens when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processes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 on each other’s semaphores in a circular chain.</a:t>
            </a:r>
            <a:endParaRPr lang="en-US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process can proceed, causing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indefinite blocking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to Manage</a:t>
            </a:r>
            <a:endParaRPr lang="en-PK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must carefully track all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(down) and signal (up)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calls.</a:t>
            </a:r>
            <a:endParaRPr lang="en-US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misuse or missing call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lead to errors like deadlocks or resource leaks.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 Waiting</a:t>
            </a:r>
            <a:endParaRPr lang="en-PK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basic semaphore implementations, a process may continuously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semaphore value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waiting.</a:t>
            </a:r>
            <a:endParaRPr lang="en-US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wastes CPU time</a:t>
            </a: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reduces system efficiency</a:t>
            </a:r>
            <a:endParaRPr lang="en-US" sz="22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A662502-5152-098C-F2CD-20D4C24BD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2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“Thank you for </a:t>
            </a:r>
            <a:r>
              <a:rPr lang="en-US"/>
              <a:t>your attention”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2768</TotalTime>
  <Words>415</Words>
  <Application>Microsoft Office PowerPoint</Application>
  <PresentationFormat>Widescreen</PresentationFormat>
  <Paragraphs>54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1629</cp:revision>
  <dcterms:created xsi:type="dcterms:W3CDTF">2025-10-15T06:15:30Z</dcterms:created>
  <dcterms:modified xsi:type="dcterms:W3CDTF">2026-01-18T15:35:29Z</dcterms:modified>
</cp:coreProperties>
</file>