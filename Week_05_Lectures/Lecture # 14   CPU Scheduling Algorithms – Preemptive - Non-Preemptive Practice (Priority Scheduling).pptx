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7"/>
  </p:notesMasterIdLst>
  <p:sldIdLst>
    <p:sldId id="256" r:id="rId2"/>
    <p:sldId id="261" r:id="rId3"/>
    <p:sldId id="329" r:id="rId4"/>
    <p:sldId id="360" r:id="rId5"/>
    <p:sldId id="26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842" autoAdjust="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E7D3E-4D6D-4A9E-AA24-8E11DFA8298B}" type="datetimeFigureOut">
              <a:rPr lang="en-PK" smtClean="0"/>
              <a:t>14/11/2025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406AE-9E8D-4B19-A8A6-37C9AB1FA0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808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06AE-9E8D-4B19-A8A6-37C9AB1FA07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1284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11/14/2025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CB6B-98B0-7DD3-973D-99D900F05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360" y="1432223"/>
            <a:ext cx="10551160" cy="3035808"/>
          </a:xfrm>
        </p:spPr>
        <p:txBody>
          <a:bodyPr/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</a:t>
            </a:r>
            <a:endParaRPr lang="en-PK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B46766-25E3-5BCC-FCFC-68333EE8C7DA}"/>
              </a:ext>
            </a:extLst>
          </p:cNvPr>
          <p:cNvSpPr txBox="1">
            <a:spLocks/>
          </p:cNvSpPr>
          <p:nvPr/>
        </p:nvSpPr>
        <p:spPr>
          <a:xfrm>
            <a:off x="1611884" y="4555573"/>
            <a:ext cx="8053832" cy="1273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14</a:t>
            </a:r>
            <a:endParaRPr lang="en-PK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50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506D-D8CE-6C1D-091D-252ED657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1294-A245-19C5-6231-4502DD71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328" y="474472"/>
            <a:ext cx="8053832" cy="127304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Overview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0740F-FC80-CFC7-E7B9-046A9B19DD75}"/>
              </a:ext>
            </a:extLst>
          </p:cNvPr>
          <p:cNvSpPr txBox="1"/>
          <p:nvPr/>
        </p:nvSpPr>
        <p:spPr>
          <a:xfrm>
            <a:off x="184404" y="1842165"/>
            <a:ext cx="118231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Scheduling Algorithms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43100" lvl="3" indent="-571500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 – Preemptive</a:t>
            </a:r>
          </a:p>
          <a:p>
            <a:pPr marL="1943100" lvl="3" indent="-571500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 – Non-Preemptive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06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7EF17-EFBC-EFA0-20FD-6DCDD2D484E9}"/>
              </a:ext>
            </a:extLst>
          </p:cNvPr>
          <p:cNvSpPr txBox="1">
            <a:spLocks/>
          </p:cNvSpPr>
          <p:nvPr/>
        </p:nvSpPr>
        <p:spPr>
          <a:xfrm>
            <a:off x="548640" y="20825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Preemptive Priority Scheduling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109690-1062-020E-7E59-E5B6B7DF353B}"/>
              </a:ext>
            </a:extLst>
          </p:cNvPr>
          <p:cNvSpPr txBox="1"/>
          <p:nvPr/>
        </p:nvSpPr>
        <p:spPr>
          <a:xfrm>
            <a:off x="4244340" y="1330519"/>
            <a:ext cx="6019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Criteria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Priority</a:t>
            </a:r>
            <a:endParaRPr lang="en-US" sz="1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– Preemptive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Condition: Higher the number, higher the priority</a:t>
            </a:r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PK" sz="1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BDDD1A-BF56-30EB-6396-B61B6019A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810844"/>
              </p:ext>
            </p:extLst>
          </p:nvPr>
        </p:nvGraphicFramePr>
        <p:xfrm>
          <a:off x="889001" y="3096157"/>
          <a:ext cx="10413998" cy="2431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7714">
                  <a:extLst>
                    <a:ext uri="{9D8B030D-6E8A-4147-A177-3AD203B41FA5}">
                      <a16:colId xmlns:a16="http://schemas.microsoft.com/office/drawing/2014/main" val="715791180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256905436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741906096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275725681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1522768377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1781014799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2844954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/ Execution Time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Completion Time (CT)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Turnaround Time (TAT)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(WT)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389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286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273599"/>
                  </a:ext>
                </a:extLst>
              </a:tr>
              <a:tr h="40440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6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38024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F51E25D-022F-2E11-4A3C-E2792F41BDB6}"/>
              </a:ext>
            </a:extLst>
          </p:cNvPr>
          <p:cNvSpPr txBox="1"/>
          <p:nvPr/>
        </p:nvSpPr>
        <p:spPr>
          <a:xfrm>
            <a:off x="299720" y="2502028"/>
            <a:ext cx="3342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 01</a:t>
            </a:r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77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0C45D-0A6D-C6A0-3DA6-41C5FA1E1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1C6D56-C124-013A-28ED-2C7B28562F45}"/>
              </a:ext>
            </a:extLst>
          </p:cNvPr>
          <p:cNvSpPr txBox="1"/>
          <p:nvPr/>
        </p:nvSpPr>
        <p:spPr>
          <a:xfrm>
            <a:off x="4183380" y="1456266"/>
            <a:ext cx="6019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Criteria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Priority</a:t>
            </a:r>
            <a:endParaRPr lang="en-US" sz="1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– Preemptive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Condition: Smaller the number, Higher the priority</a:t>
            </a:r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PK" sz="1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DAAD62-04C4-4DB7-975C-AF216B1CF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943585"/>
              </p:ext>
            </p:extLst>
          </p:nvPr>
        </p:nvGraphicFramePr>
        <p:xfrm>
          <a:off x="3625669" y="3192509"/>
          <a:ext cx="4463142" cy="28021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7714">
                  <a:extLst>
                    <a:ext uri="{9D8B030D-6E8A-4147-A177-3AD203B41FA5}">
                      <a16:colId xmlns:a16="http://schemas.microsoft.com/office/drawing/2014/main" val="715791180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256905436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275725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/ Execution Time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389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286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273599"/>
                  </a:ext>
                </a:extLst>
              </a:tr>
              <a:tr h="40440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6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843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P5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38024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0F10095-123B-6ADE-73B9-616BE94B9178}"/>
              </a:ext>
            </a:extLst>
          </p:cNvPr>
          <p:cNvSpPr txBox="1"/>
          <p:nvPr/>
        </p:nvSpPr>
        <p:spPr>
          <a:xfrm>
            <a:off x="1691640" y="2476160"/>
            <a:ext cx="3342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979D04-8D1E-07BB-0D80-8B0A5B743873}"/>
              </a:ext>
            </a:extLst>
          </p:cNvPr>
          <p:cNvSpPr txBox="1">
            <a:spLocks/>
          </p:cNvSpPr>
          <p:nvPr/>
        </p:nvSpPr>
        <p:spPr>
          <a:xfrm>
            <a:off x="373380" y="220442"/>
            <a:ext cx="10967720" cy="890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 – Non-Preemptive</a:t>
            </a:r>
          </a:p>
        </p:txBody>
      </p:sp>
    </p:spTree>
    <p:extLst>
      <p:ext uri="{BB962C8B-B14F-4D97-AF65-F5344CB8AC3E}">
        <p14:creationId xmlns:p14="http://schemas.microsoft.com/office/powerpoint/2010/main" val="968438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4840-87B7-5C2F-E6CB-CE9BD61D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28" y="1588500"/>
            <a:ext cx="6194552" cy="2807208"/>
          </a:xfrm>
        </p:spPr>
        <p:txBody>
          <a:bodyPr>
            <a:normAutofit/>
          </a:bodyPr>
          <a:lstStyle/>
          <a:p>
            <a:r>
              <a:rPr lang="en-US" sz="8000" dirty="0"/>
              <a:t>Thank you!</a:t>
            </a:r>
            <a:endParaRPr lang="en-PK" sz="8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9812F-AABC-0688-A538-8A303FE5DAE1}"/>
              </a:ext>
            </a:extLst>
          </p:cNvPr>
          <p:cNvSpPr txBox="1"/>
          <p:nvPr/>
        </p:nvSpPr>
        <p:spPr>
          <a:xfrm>
            <a:off x="640080" y="3429000"/>
            <a:ext cx="1053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“Practice makes perfect”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95868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{45F63935-1AF4-4F8C-991F-4D25D3E9C223}TF2ec419c9-97c3-4958-b02a-0886397d33afcfe10e4b-d68909c4b1b0</Template>
  <TotalTime>2329</TotalTime>
  <Words>133</Words>
  <Application>Microsoft Office PowerPoint</Application>
  <PresentationFormat>Widescreen</PresentationFormat>
  <Paragraphs>62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Rockwell</vt:lpstr>
      <vt:lpstr>Rockwell Condensed</vt:lpstr>
      <vt:lpstr>Times New Roman</vt:lpstr>
      <vt:lpstr>Wingdings</vt:lpstr>
      <vt:lpstr>Wood Type</vt:lpstr>
      <vt:lpstr>Operating systems</vt:lpstr>
      <vt:lpstr>Lecture Overview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Adil Ahmed</cp:lastModifiedBy>
  <cp:revision>1295</cp:revision>
  <dcterms:created xsi:type="dcterms:W3CDTF">2025-10-15T06:15:30Z</dcterms:created>
  <dcterms:modified xsi:type="dcterms:W3CDTF">2025-11-14T05:35:11Z</dcterms:modified>
</cp:coreProperties>
</file>