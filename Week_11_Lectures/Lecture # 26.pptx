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1"/>
  </p:notesMasterIdLst>
  <p:sldIdLst>
    <p:sldId id="256" r:id="rId2"/>
    <p:sldId id="261" r:id="rId3"/>
    <p:sldId id="462" r:id="rId4"/>
    <p:sldId id="459" r:id="rId5"/>
    <p:sldId id="463" r:id="rId6"/>
    <p:sldId id="464" r:id="rId7"/>
    <p:sldId id="465" r:id="rId8"/>
    <p:sldId id="466" r:id="rId9"/>
    <p:sldId id="467" r:id="rId10"/>
    <p:sldId id="470" r:id="rId11"/>
    <p:sldId id="471" r:id="rId12"/>
    <p:sldId id="472" r:id="rId13"/>
    <p:sldId id="474" r:id="rId14"/>
    <p:sldId id="475" r:id="rId15"/>
    <p:sldId id="476" r:id="rId16"/>
    <p:sldId id="477" r:id="rId17"/>
    <p:sldId id="479" r:id="rId18"/>
    <p:sldId id="480" r:id="rId19"/>
    <p:sldId id="26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07:58:27.95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07:58:31.17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07:58:34.84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07:59:17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390 1334 24575,'0'1296'0,"2"-1257"0,1 0 0,12 59 0,27 74 0,10 57 0,32 247 0,-37-313 0,-4-15 0,25 167 0,-55-233 0,5 156 0,-21 1270 0,3-1412 0,2 205 0,25-2 0,12 19 0,-6-42 0,-27-233 0,-2 1 0,-1 0 0,-3 0 0,-2-1 0,-9 56 0,-33 158 0,-41 281 0,48 62 0,39 2 0,2-195 0,-4-308 0,3 181 0,2-204 0,23 125 0,-14-135 0,4-1 0,2-1 0,55 119 0,155 231 0,-209-377 0,33 53 0,91 170 0,11 100 0,-152-350 0,19 55 0,-16-40 0,15 32 0,-15-41 0,-1 1 0,-1 0 0,0 0 0,-1 0 0,-1 0 0,-1 1 0,-1-1 0,0 28 0,-5 17 0,-12 66 0,5-54 0,-89 579 0,82-573 0,8-41 0,2 0 0,-6 74 0,16 368 0,-1-446 0,1 0 0,2 0 0,1-1 0,19 63 0,-20-84 0,1 0 0,1 0 0,0 0 0,1-1 0,0 0 0,1 0 0,0-1 0,1 0 0,0 0 0,1-1 0,0 0 0,1-1 0,0 0 0,0-1 0,15 9 0,175 75 0,-129-61 0,451 162 0,14-36 0,-488-144 0,1-3 0,53 5 0,-71-13 0,1-1 0,-1-2 0,1-1 0,44-9 0,230-67 0,0-24 0,110-32 0,-344 118 0,1 3 0,130-5 0,-125 13 0,505-8 0,-218 11 0,293-51 0,-128-64 0,-258 49 0,579-111 0,18 73 0,665 68 0,-1413 42 0,1 4 0,-2 6 0,0 6 0,228 67 0,-6 32 0,118 37 0,-391-137 0,1-4 0,0-3 0,78 3 0,216-9 0,-351-6 0,-9 0 0,33 0 0,-1-2 0,46-7 0,-71 7 0,0-1 0,0-1 0,0 1 0,-1-2 0,1 0 0,-1 0 0,0-1 0,0 0 0,-1-1 0,19-16 0,-7 1 0,-1 0 0,-1-1 0,-2-2 0,26-42 0,51-117 0,-91 175 0,100-226 0,74-255 0,40-263 0,-170 578 0,28-85 0,67-269 0,-28-80 0,-97 462 0,-6 0 0,-10-186 0,-9 246 0,-3 1 0,-5 0 0,-3 1 0,-37-107 0,6 60 0,-126-241 0,-93-95-470,81 144 200,-358-611 270,300 524-31,32-15 185,-40-87 463,-84-112-738,272 493-169,-378-742-39,358 710 292,-119-328-1,169 384 201,5-2 0,4 0 0,6-2 0,-9-148 0,3-170-163,12 303 0,-42-171 0,-124-312 0,157 537 0,-113-345 0,133 411 0,1-1 0,0 0 0,-1 1 0,-7-15 0,8 19 0,0 1 0,0 0 0,1-1 0,-2 1 0,1 0 0,0 0 0,0 0 0,-1 0 0,1 0 0,-1 1 0,1-1 0,-1 1 0,0 0 0,-3-2 0,-24-9 0,0-2 0,1 0 0,-49-35 0,-76-69 0,-207-217 0,20-27 0,113 117 0,190 206 0,-1 2 0,-51-36 0,60 52 0,0 1 0,-2 2 0,-1 1 0,-38-15 0,5 10 0,-1 2 0,-107-17 0,-142-3 0,-139 15 0,0 27 0,197 0 0,-173 16 0,299-3 0,-218 55 0,97 4 0,-284 72 0,-403 61 0,313-20 0,355-98 0,-344 79 0,481-134 0,-433 86 0,-6-28 0,324-55 0,94-14 0,23-5 0,-210 56 0,-208 98 0,374-128-1365,158-40-5461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18/01/2026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memory-management-in-operating-syste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memory-management-in-operating-syste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logical-and-physical-address-in-operating-syste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26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CDE67-24A0-BB47-6343-4404D1664B6C}"/>
              </a:ext>
            </a:extLst>
          </p:cNvPr>
          <p:cNvSpPr txBox="1"/>
          <p:nvPr/>
        </p:nvSpPr>
        <p:spPr>
          <a:xfrm>
            <a:off x="1227328" y="1747520"/>
            <a:ext cx="91891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- Contiguous Memory Allocation </a:t>
            </a:r>
          </a:p>
          <a:p>
            <a:pPr marL="1028700" lvl="1" indent="-5715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</a:t>
            </a:r>
          </a:p>
          <a:p>
            <a:pPr marL="1028700" lvl="1" indent="-5715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  <a:p>
            <a:pPr marL="1028700" lvl="1" indent="-5715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Segmented Paging</a:t>
            </a:r>
          </a:p>
          <a:p>
            <a:pPr marL="1028700" lvl="1" indent="-571500" algn="just">
              <a:buFont typeface="Wingdings" panose="05000000000000000000" pitchFamily="2" charset="2"/>
              <a:buChar char="§"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 algn="just">
              <a:buFont typeface="Wingdings" panose="05000000000000000000" pitchFamily="2" charset="2"/>
              <a:buChar char="§"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37F7-58C1-D238-A165-6CB99C29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FF7F-1A94-AE1C-7192-DCD5553A8B3C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 - Contiguous Memory Allocation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778DF2-F680-0AC2-DBA0-980785FBADE6}"/>
                  </a:ext>
                </a:extLst>
              </p:cNvPr>
              <p:cNvSpPr txBox="1"/>
              <p:nvPr/>
            </p:nvSpPr>
            <p:spPr>
              <a:xfrm>
                <a:off x="857567" y="1064534"/>
                <a:ext cx="10476865" cy="5693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Non-contiguous allocation, also known as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linked allocation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is a memory management technique used in operating systems where a process does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require a single continuous block of memory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Spanning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allowed. It means, 4KB P is split into two 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𝐾𝐵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parts, each fitting into the free slots.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process is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divided into smaller units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such as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pages or segments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units are stored in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 free blocks (frames)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main memory that are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necessarily consecutive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operating system maintains the mapping between logical and physical memory using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page tables or segment tables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manage these scattered memory blocks: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Pointers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used to link the non-contiguous memory blocks allocated to a process.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pointers help the operating system 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 and locate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 parts of the process during execution.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778DF2-F680-0AC2-DBA0-980785FBA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67" y="1064534"/>
                <a:ext cx="10476865" cy="5693866"/>
              </a:xfrm>
              <a:prstGeom prst="rect">
                <a:avLst/>
              </a:prstGeom>
              <a:blipFill>
                <a:blip r:embed="rId3"/>
                <a:stretch>
                  <a:fillRect l="-931" t="-1071" r="-1106" b="-171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44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C07E-849E-DAC9-75CE-7E86FD73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F6DE4-1838-0555-755E-77F98F28224C}"/>
              </a:ext>
            </a:extLst>
          </p:cNvPr>
          <p:cNvSpPr txBox="1">
            <a:spLocks/>
          </p:cNvSpPr>
          <p:nvPr/>
        </p:nvSpPr>
        <p:spPr>
          <a:xfrm>
            <a:off x="609600" y="410479"/>
            <a:ext cx="1063053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8DAEE9-2D12-2180-B06F-D63E538DF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90" y="422251"/>
            <a:ext cx="10393220" cy="60252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83AAFD-247B-E531-87CF-069B9EB3DF26}"/>
                  </a:ext>
                </a:extLst>
              </p14:cNvPr>
              <p14:cNvContentPartPr/>
              <p14:nvPr/>
            </p14:nvContentPartPr>
            <p14:xfrm>
              <a:off x="4876500" y="110482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83AAFD-247B-E531-87CF-069B9EB3DF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67500" y="1050820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A65F8D-5BD9-F57C-21DB-B4886EA1A927}"/>
                  </a:ext>
                </a:extLst>
              </p14:cNvPr>
              <p14:cNvContentPartPr/>
              <p14:nvPr/>
            </p14:nvContentPartPr>
            <p14:xfrm>
              <a:off x="4051380" y="281914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A65F8D-5BD9-F57C-21DB-B4886EA1A9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2380" y="2765140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602B575-69CE-C312-4B58-423F69E9ACB1}"/>
                  </a:ext>
                </a:extLst>
              </p14:cNvPr>
              <p14:cNvContentPartPr/>
              <p14:nvPr/>
            </p14:nvContentPartPr>
            <p14:xfrm>
              <a:off x="-826260" y="292040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602B575-69CE-C312-4B58-423F69E9ACB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834900" y="2866760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575EAF3-1F4D-0DB7-1AE2-9C3E5CD64121}"/>
                  </a:ext>
                </a:extLst>
              </p14:cNvPr>
              <p14:cNvContentPartPr/>
              <p14:nvPr/>
            </p14:nvContentPartPr>
            <p14:xfrm>
              <a:off x="6206969" y="1199369"/>
              <a:ext cx="5139720" cy="5502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575EAF3-1F4D-0DB7-1AE2-9C3E5CD641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00849" y="1193249"/>
                <a:ext cx="5151960" cy="551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758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C1-CF08-BC84-1E16-A2BDAF9B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3318E5-EE2D-E050-B867-17ACD26D0F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355722" y="4199883"/>
            <a:ext cx="5701600" cy="2572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21A192-2AD7-F0EB-5A44-7BC2F6F70502}"/>
              </a:ext>
            </a:extLst>
          </p:cNvPr>
          <p:cNvSpPr txBox="1"/>
          <p:nvPr/>
        </p:nvSpPr>
        <p:spPr>
          <a:xfrm>
            <a:off x="482010" y="303626"/>
            <a:ext cx="112279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Paging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divides a process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pages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maps them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memory frames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primary objective is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external fragmentation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allowing non-contiguous allocation of pages in physical memory.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paging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suffer from internal fragmentation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last page is not completely filled.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a process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variable-sized logical segments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code, data, and stack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organization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protection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each segment represents a meaningful program unit.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suffer from external fragmentation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variable-sized segment allocation.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Segmented Paging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Segmented paging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memory management technique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a process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segments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divides each segment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pages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35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03E0A-BC03-6560-15D9-BCCC93A3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CC84-E8AA-402B-C602-196016800C22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 - Contiguous Memory Allocation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FF6D7D-90B5-D4DC-EF72-2A84BA642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078" y="1024269"/>
            <a:ext cx="7427285" cy="36116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1E20F8-7A69-C575-4D0E-684705C16CA6}"/>
              </a:ext>
            </a:extLst>
          </p:cNvPr>
          <p:cNvSpPr txBox="1"/>
          <p:nvPr/>
        </p:nvSpPr>
        <p:spPr>
          <a:xfrm>
            <a:off x="1118633" y="4919811"/>
            <a:ext cx="99547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</a:p>
          <a:p>
            <a:pPr algn="ctr"/>
            <a:r>
              <a:rPr lang="en-US" sz="2400" b="0" i="1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Dividing processes dynamically based on changing free space is time-consuming as their sizes changing every time due to execution of already present processes in main memory.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32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BD9D-EE93-B795-0338-FA617548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4B47-3A76-F644-01F5-9BA733DE0418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 - Contiguous Memory Allocation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56CA4-9821-8ED1-42EA-2BDBE31B4D08}"/>
              </a:ext>
            </a:extLst>
          </p:cNvPr>
          <p:cNvSpPr txBox="1"/>
          <p:nvPr/>
        </p:nvSpPr>
        <p:spPr>
          <a:xfrm>
            <a:off x="951865" y="1187783"/>
            <a:ext cx="100847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avoid this time-consuming process, we divide our process in secondary memory in advance before reaching the main memory for its execution.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process is divided into various parts of equal size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divide our main memory into different parts of equal size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understand that: 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27660-EBBC-9F76-D30F-5CD673B9D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665" y="3293939"/>
            <a:ext cx="4429125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D68AAF-FF7A-1B6D-6919-3B352D6FC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800" y="3838833"/>
            <a:ext cx="5435730" cy="270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04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BD44-F061-8D22-B9CB-ACF55379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5097-6A04-F7AA-5F72-14A15B0C02FA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D375D-0815-A9C5-64BF-ECE888444110}"/>
              </a:ext>
            </a:extLst>
          </p:cNvPr>
          <p:cNvSpPr txBox="1"/>
          <p:nvPr/>
        </p:nvSpPr>
        <p:spPr>
          <a:xfrm>
            <a:off x="951865" y="1018506"/>
            <a:ext cx="1008473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memory management technique in which a process is divided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blocks called pages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main memory (RAM) is divided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blocks called frames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Pages of a process are mapped to any available frames in physical memory.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need to be allocated contiguous memory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its pages can be stored in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locations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main memory.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memory allocation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memory is always allocated in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frames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eliminating external fragmentation.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external fragmentation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though it may suffer from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page is not fully utilized.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keep track of where each page is stored in memory, the operating system uses a page table. This table shows the connection between the logical page numbers and the physical page frames (actual locations in RAM).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25DD1-5281-5E63-C00A-0B79EB061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665" y="3293939"/>
            <a:ext cx="44291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7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7758-E3E5-C9EE-67A9-BB534A03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3BE8-B497-5D83-4DE7-73FE063AE61A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5858C-5A28-D741-ACAA-9051A3028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61" y="1023937"/>
            <a:ext cx="9667875" cy="4810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25614B-C481-4CA2-B839-36F396A57421}"/>
              </a:ext>
            </a:extLst>
          </p:cNvPr>
          <p:cNvSpPr txBox="1"/>
          <p:nvPr/>
        </p:nvSpPr>
        <p:spPr>
          <a:xfrm>
            <a:off x="572385" y="6128638"/>
            <a:ext cx="110472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memory management unit (MMU) uses the page table to convert logical addresses into physical addresses, so the program can access the correct data in memory.</a:t>
            </a:r>
            <a:endParaRPr lang="en-P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28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30C0-BEBA-693A-8512-096BF158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8F5D-846F-ACEE-8D2B-D6F82C920693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PAGING - Address Translation Scheme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BCD20-C9F8-6D41-D4CB-A187EFD851F7}"/>
              </a:ext>
            </a:extLst>
          </p:cNvPr>
          <p:cNvSpPr txBox="1"/>
          <p:nvPr/>
        </p:nvSpPr>
        <p:spPr>
          <a:xfrm>
            <a:off x="808074" y="1302905"/>
            <a:ext cx="1067508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generated by CPU is divided into: </a:t>
            </a:r>
          </a:p>
          <a:p>
            <a:pPr marL="914400" lvl="1" indent="-457200" algn="just" fontAlgn="base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number (p)–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an index into a page table which contains base address of each page in physical memory</a:t>
            </a:r>
          </a:p>
          <a:p>
            <a:pPr marL="914400" lvl="1" indent="-457200" algn="just" fontAlgn="base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offset (d)–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with base address to define the physical memory address that is sent to the memory unit.</a:t>
            </a:r>
          </a:p>
          <a:p>
            <a:pPr lvl="1" algn="just"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given logical address space 2m and page size2n</a:t>
            </a:r>
            <a:endParaRPr lang="en-US" sz="28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36343-D11F-7A2D-FE9A-E5D7BDF02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677" y="3827057"/>
            <a:ext cx="48006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266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479D6-2479-CC9D-CE09-AB336109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1536-7583-5955-986F-354E59B11E7B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PAGING HARDWARE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968A84-FF74-6F28-CF5B-AFFDDDFD5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677" y="3827057"/>
            <a:ext cx="4800600" cy="1543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584D85-2998-469C-4196-47492C9FC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813" y="942013"/>
            <a:ext cx="9949933" cy="58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A629-501D-62C9-BB04-812CA6EE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B53A-FB68-274A-6AD2-A929B683CCA3}"/>
              </a:ext>
            </a:extLst>
          </p:cNvPr>
          <p:cNvSpPr txBox="1">
            <a:spLocks/>
          </p:cNvSpPr>
          <p:nvPr/>
        </p:nvSpPr>
        <p:spPr>
          <a:xfrm>
            <a:off x="803009" y="45358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Paging Model of Logical and Physical Memory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839FE-5EC8-1634-3AB9-5B0FE1682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856" y="1308711"/>
            <a:ext cx="7696753" cy="554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8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A181-72B2-DF29-1DFD-6ACFA478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A438-8B39-7332-9A37-D2C342AC56E3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OF PAGING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D1DE-8B2F-E651-C609-B01862D23B63}"/>
              </a:ext>
            </a:extLst>
          </p:cNvPr>
          <p:cNvSpPr txBox="1"/>
          <p:nvPr/>
        </p:nvSpPr>
        <p:spPr>
          <a:xfrm>
            <a:off x="808074" y="1302905"/>
            <a:ext cx="106750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to physical address mapping: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Paging divides a process's logical address space into fixed-size pages. Each page maps to a frame in physical memory, enabling flexible 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memory management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page and frame size: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and frames have the same fixed size. This simplifies memory management and improves system performance.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entries: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Each logical page is represented by a page table entry (PTE). A PTE stores the corresponding frame number and control bits.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page table entries: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page table has one entry per logical page. Thus, its size equals the number of pages in the process's address space.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stored in main memory: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page table is kept in main memory. This can add overhead when processes are swapped in or out.</a:t>
            </a:r>
          </a:p>
        </p:txBody>
      </p:sp>
    </p:spTree>
    <p:extLst>
      <p:ext uri="{BB962C8B-B14F-4D97-AF65-F5344CB8AC3E}">
        <p14:creationId xmlns:p14="http://schemas.microsoft.com/office/powerpoint/2010/main" val="603675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DA31-C96B-0912-6314-DA1D3F177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7-2E8E-AB96-6289-087D15E5A986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PAGING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10F99-025A-8737-F366-E3C1DF48F0D0}"/>
              </a:ext>
            </a:extLst>
          </p:cNvPr>
          <p:cNvSpPr txBox="1"/>
          <p:nvPr/>
        </p:nvSpPr>
        <p:spPr>
          <a:xfrm>
            <a:off x="758455" y="1154049"/>
            <a:ext cx="106750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requests memory, the operating system allocates one or more page frames to the process and maps the process's logical pages to the physical page frames. 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 runs, its pages are loaded into any available frames in the physical memory.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program has a page table, which the operating system uses to keep track of where each page is stored in physical memory. 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 accesses data, the system uses this table to convert the program's address into a physical memory address.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mapping from virtual to physical address is done by the 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Memory Management Unit (MMU)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which is a hardware device and this mapping is known as the paging technique.</a:t>
            </a:r>
          </a:p>
        </p:txBody>
      </p:sp>
    </p:spTree>
    <p:extLst>
      <p:ext uri="{BB962C8B-B14F-4D97-AF65-F5344CB8AC3E}">
        <p14:creationId xmlns:p14="http://schemas.microsoft.com/office/powerpoint/2010/main" val="3740908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9588-D5BF-0C2F-259B-18C4C39B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9A7A-3E2D-A320-B28F-DCD8495357BD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PAGING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80C7F-A526-3D68-0530-A646839F1B7A}"/>
              </a:ext>
            </a:extLst>
          </p:cNvPr>
          <p:cNvSpPr txBox="1"/>
          <p:nvPr/>
        </p:nvSpPr>
        <p:spPr>
          <a:xfrm>
            <a:off x="758455" y="942013"/>
            <a:ext cx="106750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Address Space is conceptually divided into a number of fixed-size blocks, called frames.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Logical Address Space is also split into fixed-size blocks, called pages.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Size = Frame Size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:</a:t>
            </a:r>
          </a:p>
          <a:p>
            <a:pPr lvl="1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Divide Memory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Logical -&gt; Pages, Physical -&gt; Frames .</a:t>
            </a:r>
          </a:p>
          <a:p>
            <a:pPr lvl="1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Allocate Pages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Load pages into available frames.</a:t>
            </a:r>
          </a:p>
          <a:p>
            <a:pPr lvl="1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Page Table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Map logical pages to physical frames.</a:t>
            </a:r>
          </a:p>
          <a:p>
            <a:pPr lvl="1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Translate Address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Convert logical to physical address.</a:t>
            </a:r>
          </a:p>
          <a:p>
            <a:pPr lvl="1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Handle Page Fault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Load missing pages from disk.</a:t>
            </a:r>
          </a:p>
          <a:p>
            <a:pPr lvl="1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Run Program :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uses page table during execution.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792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B85B-6866-398A-EAF1-AD609AA82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F1E2CF-96C1-F499-221B-25F948AB4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77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5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1A87-7DC7-97C5-AB0A-1818C344F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E1BB-E9AC-10B5-5E48-3165D9AE6074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PAGING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5B729-E65D-1757-5BFD-F69C18E27A8C}"/>
              </a:ext>
            </a:extLst>
          </p:cNvPr>
          <p:cNvSpPr txBox="1"/>
          <p:nvPr/>
        </p:nvSpPr>
        <p:spPr>
          <a:xfrm>
            <a:off x="758455" y="1090869"/>
            <a:ext cx="106750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generated by the CPU is divided into: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 fontAlgn="base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number(p):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bits required to represent the pages in 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Logical Address Space 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Page number</a:t>
            </a:r>
          </a:p>
          <a:p>
            <a:pPr marL="971550" lvl="1" indent="-514350" algn="just" fontAlgn="base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offset(d):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Number of bits required to represent a particular word in a page or page size of Logical Address Space or word number of a page or page offset.</a:t>
            </a:r>
          </a:p>
          <a:p>
            <a:pPr algn="just" fontAlgn="base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Physical Address is divided into two main parts: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 fontAlgn="base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Number(f):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Number of bits required to represent the frame of Physical Address Space or Frame number frame</a:t>
            </a:r>
          </a:p>
          <a:p>
            <a:pPr marL="971550" lvl="1" indent="-514350" algn="just" fontAlgn="base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Offset(d):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Number of bits required to represent a particular word in a frame or frame size of Physical Address Space or word number of a frame or frame offset.</a:t>
            </a:r>
          </a:p>
        </p:txBody>
      </p:sp>
    </p:spTree>
    <p:extLst>
      <p:ext uri="{BB962C8B-B14F-4D97-AF65-F5344CB8AC3E}">
        <p14:creationId xmlns:p14="http://schemas.microsoft.com/office/powerpoint/2010/main" val="3699774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F230-0B49-73A3-E281-5082B7B65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7695-1CC6-7D6D-6198-977B03AFD50D}"/>
              </a:ext>
            </a:extLst>
          </p:cNvPr>
          <p:cNvSpPr txBox="1">
            <a:spLocks/>
          </p:cNvSpPr>
          <p:nvPr/>
        </p:nvSpPr>
        <p:spPr>
          <a:xfrm>
            <a:off x="951865" y="36852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- PAGING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91E5F-4C80-66BC-5588-01B974D100B6}"/>
              </a:ext>
            </a:extLst>
          </p:cNvPr>
          <p:cNvSpPr txBox="1"/>
          <p:nvPr/>
        </p:nvSpPr>
        <p:spPr>
          <a:xfrm>
            <a:off x="758455" y="1090869"/>
            <a:ext cx="106750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Consider a system which has LA = 7 bits, PA = 6 bits, Page size = 8 words then calculate the no: of page? And no of frames?</a:t>
            </a:r>
          </a:p>
          <a:p>
            <a:pPr algn="just" fontAlgn="base"/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algn="just" fontAlgn="base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371600" lvl="2" indent="-4572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pages: 2^4 = 16</a:t>
            </a:r>
          </a:p>
          <a:p>
            <a:pPr marL="1371600" lvl="2" indent="-4572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frames: 2^3 = 8</a:t>
            </a:r>
          </a:p>
          <a:p>
            <a:pPr marL="1371600" lvl="2" indent="-457200" algn="just" fontAlgn="base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Entries in Pg Table = 16</a:t>
            </a:r>
          </a:p>
          <a:p>
            <a:pPr algn="just" fontAlgn="base"/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entries in Pg table = No. of pages in process</a:t>
            </a:r>
          </a:p>
          <a:p>
            <a:pPr lvl="2" algn="just" fontAlgn="base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565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“Paging divides memory, but clever management keeps every process moving”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3688</TotalTime>
  <Words>1283</Words>
  <Application>Microsoft Office PowerPoint</Application>
  <PresentationFormat>Widescreen</PresentationFormat>
  <Paragraphs>99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2183</cp:revision>
  <dcterms:created xsi:type="dcterms:W3CDTF">2025-10-15T06:15:30Z</dcterms:created>
  <dcterms:modified xsi:type="dcterms:W3CDTF">2026-01-18T15:49:57Z</dcterms:modified>
</cp:coreProperties>
</file>