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5"/>
  </p:notesMasterIdLst>
  <p:sldIdLst>
    <p:sldId id="256" r:id="rId2"/>
    <p:sldId id="261" r:id="rId3"/>
    <p:sldId id="329" r:id="rId4"/>
    <p:sldId id="362" r:id="rId5"/>
    <p:sldId id="361" r:id="rId6"/>
    <p:sldId id="363" r:id="rId7"/>
    <p:sldId id="367" r:id="rId8"/>
    <p:sldId id="365" r:id="rId9"/>
    <p:sldId id="369" r:id="rId10"/>
    <p:sldId id="368" r:id="rId11"/>
    <p:sldId id="342" r:id="rId12"/>
    <p:sldId id="370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19/11/2025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11/19/2025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15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540004" y="2482245"/>
            <a:ext cx="100263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 (MLQ)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Feedback Queue Scheduling (MLFQ)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Activity </a:t>
            </a: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EF17-EFBC-EFA0-20FD-6DCDD2D484E9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1E25D-022F-2E11-4A3C-E2792F41BDB6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4F6741-DD42-063A-103D-BB5148BB0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460" y="1014326"/>
            <a:ext cx="1026414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</a:t>
            </a:r>
            <a:r>
              <a:rPr lang="en-PK" altLang="en-PK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Multilevel Queue</a:t>
            </a: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is a </a:t>
            </a:r>
            <a:r>
              <a:rPr lang="en-PK" altLang="en-PK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CPU scheduling algorithm</a:t>
            </a: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that </a:t>
            </a:r>
            <a:r>
              <a:rPr lang="en-PK" altLang="en-PK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divides the ready queue into several separate queues</a:t>
            </a: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based on process type, priority, or characteristics.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Each queue has its </a:t>
            </a:r>
            <a:r>
              <a:rPr lang="en-PK" altLang="en-PK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own scheduling algorithm</a:t>
            </a: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(e.g., FCFS or Round Robin).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Processes are permanently assigned</a:t>
            </a:r>
            <a:r>
              <a:rPr lang="en-PK" altLang="en-PK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to a queue when they enter the system.</a:t>
            </a:r>
            <a:endParaRPr lang="en-US" altLang="en-PK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Queues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Priority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Movement Between Queues</a:t>
            </a:r>
            <a:endParaRPr lang="en-US" altLang="en-PK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PK" altLang="en-PK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1DAD-8C30-F336-83C0-74D967DB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E537-6B7C-894B-C788-3C27BD378D60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7DA36-509E-2057-B053-B271060C4A4F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83EE3D-6984-4593-E8F5-79EB950A8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580" y="1049886"/>
            <a:ext cx="989584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ready queue consists of multiple queues.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priority scheduling, have separate queues for each priority. 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the process in the highest-priority queue!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scheduler defined by the following parameters: 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queues 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 for each queue 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 to determine which queue a process will enter when that process needs service 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among the queues.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PK" altLang="en-PK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66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B764-CF45-AABB-5125-C1DD450B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BE85-8083-A2D5-DA05-5B664D6D3BCF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2084E-61DB-4AE3-1AF5-3A7826C0E1FA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13A7929-6763-F0FD-CB50-4BA88E387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580" y="1371798"/>
            <a:ext cx="989584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Commonly, ready queue is partitioned into separate queues,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 (interactive)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(batch)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must be done between the queues: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priority scheduling;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serve all from foreground then from background).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of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slice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each queue gets a certain amount of CPU time which it can schedule amongst its processes; i.e., 80% to foreground in RR 20% to background in FCFS</a:t>
            </a:r>
            <a:endParaRPr lang="en-PK" altLang="en-PK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039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8257-53B8-985A-8ABC-8D85B27D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81BE-9505-90F7-5CBE-2D9058B1E379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QUEUE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DD8AE-F5E3-2162-5CDF-CE2DFF08CCF8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D0858-CDAA-4EC1-527E-47274C1FB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49886"/>
            <a:ext cx="10739391" cy="574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9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0EEE34-47E9-8A9B-43D0-58834DE62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4B6A4-0463-7626-88F0-CCBDFDC6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A284C-876B-5D0A-7B9C-812A73707C4C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feedback QUEUE Scheduling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441C7-78F2-B217-DA47-50B86055B194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7BDD64-1822-28FE-5D8B-9B224E96B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580" y="1478262"/>
            <a:ext cx="1028446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can move between the various queues.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Multilevel-feedback-queue scheduler defined by the following parameters: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queues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 for each queue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 to determine when to upgrade a process 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 to determine when to demote a process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used to determine which queue a process will enter when that process needs service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 can be implemented using multilevel feedback queue</a:t>
            </a:r>
            <a:endParaRPr lang="en-PK" altLang="en-PK" sz="3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72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CEFC-B6C3-869E-67AA-B55C7981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AEFC-9D3A-B313-ECB7-1A72D8BAFD81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feedback QUEUE Scheduling</a:t>
            </a:r>
            <a:endParaRPr lang="en-PK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9494B4-330C-D61D-C9B9-488AD9A49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1180904"/>
            <a:ext cx="1028446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queues: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Q0– RR with time quantum 8 milliseconds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Q1– RR time quantum 16 milliseconds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Q2– FCFS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job enters queue Q0 which is served:;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it gains CPU, job receives8 milliseconds 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does not finish in 8 milliseconds, job is moved to queue Q.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Q1 job is again served FCFS and receives 16 additional milliseconds.</a:t>
            </a:r>
          </a:p>
          <a:p>
            <a:pPr marL="1371600" lvl="2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still does not complete, it is preempted and moved to queue Q2.</a:t>
            </a:r>
            <a:endParaRPr lang="en-PK" altLang="en-PK" sz="2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76673-BBBE-1926-ED1C-5B371BAAF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296" y="1180904"/>
            <a:ext cx="4050256" cy="204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56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4F360-FF25-5B1B-ADA8-0F00BED1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221B-2622-67E5-A1E7-33835647B279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feedback QUEUE Scheduling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E4F04-65CE-7148-95D7-99DA48F4B563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3556B-1EB6-370A-ED95-DD6241956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775" y="1284922"/>
            <a:ext cx="93154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9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BD54-3457-B8B3-434C-529B0B9C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5B78B6-C245-9642-72C8-58E47BF47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8267"/>
              </p:ext>
            </p:extLst>
          </p:nvPr>
        </p:nvGraphicFramePr>
        <p:xfrm>
          <a:off x="4846320" y="2529840"/>
          <a:ext cx="5999841" cy="27920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99947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999947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999947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</a:tblGrid>
              <a:tr h="126272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Arrival</a:t>
                      </a:r>
                    </a:p>
                    <a:p>
                      <a:pPr algn="ctr"/>
                      <a:r>
                        <a:rPr lang="en-US" sz="1800" b="1" dirty="0"/>
                        <a:t>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5121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5050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5121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44A2D4-C3F3-4AED-57FC-57014C42474A}"/>
              </a:ext>
            </a:extLst>
          </p:cNvPr>
          <p:cNvSpPr txBox="1"/>
          <p:nvPr/>
        </p:nvSpPr>
        <p:spPr>
          <a:xfrm>
            <a:off x="716280" y="1333843"/>
            <a:ext cx="10439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Gantt Chart and also calculate average waiting time and average turnaround time of the following algorithms using given table: </a:t>
            </a:r>
          </a:p>
          <a:p>
            <a:pPr marL="457200" indent="-457200" algn="just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</a:t>
            </a:r>
          </a:p>
          <a:p>
            <a:pPr marL="457200" indent="-457200" algn="just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SJF(Non-Preemptive) </a:t>
            </a:r>
          </a:p>
          <a:p>
            <a:pPr marL="457200" indent="-457200" algn="just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SJF(Preemptive) </a:t>
            </a:r>
          </a:p>
          <a:p>
            <a:pPr marL="457200" indent="-457200" algn="just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(Quantum = 5).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9026C-3914-41EC-B7D9-A932777B895F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ACTIVITY # 01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94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207A-2DC4-1A49-7952-7FF96B51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D7019B-4951-70CC-0142-983F43F52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269496"/>
              </p:ext>
            </p:extLst>
          </p:nvPr>
        </p:nvGraphicFramePr>
        <p:xfrm>
          <a:off x="5887720" y="2646680"/>
          <a:ext cx="5588000" cy="335341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8975121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</a:tblGrid>
              <a:tr h="937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Arrival</a:t>
                      </a:r>
                    </a:p>
                    <a:p>
                      <a:pPr algn="ctr"/>
                      <a:r>
                        <a:rPr lang="en-US" sz="1800" b="1" dirty="0"/>
                        <a:t>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801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3749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3749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353561"/>
                  </a:ext>
                </a:extLst>
              </a:tr>
              <a:tr h="3801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  <a:tr h="3801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8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5D582E-078F-DE14-953F-FC1D8EF34D26}"/>
              </a:ext>
            </a:extLst>
          </p:cNvPr>
          <p:cNvSpPr txBox="1"/>
          <p:nvPr/>
        </p:nvSpPr>
        <p:spPr>
          <a:xfrm>
            <a:off x="716280" y="1333843"/>
            <a:ext cx="10439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Gantt Chart and also calculate average waiting time and average turnaround time of the following algorithms using given table: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SJF(Non-Preemptive)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SJF(Preemptive)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Priority(Non-Preemptive)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Priority(Preemptive) 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(Quantum = 4).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EEA4A-D141-7F8B-11FA-57CCE6942E53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ACTIVITY # 02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80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“CPU scheduling decides which process runs next to keep the system efficient and fair.”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2409</TotalTime>
  <Words>570</Words>
  <Application>Microsoft Office PowerPoint</Application>
  <PresentationFormat>Widescreen</PresentationFormat>
  <Paragraphs>110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1387</cp:revision>
  <dcterms:created xsi:type="dcterms:W3CDTF">2025-10-15T06:15:30Z</dcterms:created>
  <dcterms:modified xsi:type="dcterms:W3CDTF">2025-11-19T07:57:56Z</dcterms:modified>
</cp:coreProperties>
</file>